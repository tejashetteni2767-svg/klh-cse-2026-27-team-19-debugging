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58" r:id="rId3"/>
    <p:sldId id="377" r:id="rId4"/>
    <p:sldId id="391" r:id="rId5"/>
    <p:sldId id="392" r:id="rId6"/>
    <p:sldId id="398" r:id="rId7"/>
    <p:sldId id="393" r:id="rId8"/>
    <p:sldId id="394" r:id="rId9"/>
    <p:sldId id="395" r:id="rId10"/>
    <p:sldId id="399" r:id="rId11"/>
    <p:sldId id="400" r:id="rId12"/>
    <p:sldId id="397" r:id="rId13"/>
    <p:sldId id="401" r:id="rId14"/>
    <p:sldId id="402" r:id="rId15"/>
    <p:sldId id="403" r:id="rId16"/>
    <p:sldId id="374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 showGuides="1">
      <p:cViewPr varScale="1">
        <p:scale>
          <a:sx n="83" d="100"/>
          <a:sy n="83" d="100"/>
        </p:scale>
        <p:origin x="72" y="2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17-10-2026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17-10-2026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17-10-2026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17-10-2026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274" y="340555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800" b="1" dirty="0"/>
              <a:t>Linux Signal-Based Process Controller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Operating Systems and Systems Programming (25CS2104E)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Section 4 – Team 19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Under the Esteemed Guidance of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Ms. Soumya Enukonda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LINUX SIGNAL-BASED PROCESS CONTROLLER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59815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 Teja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</a:t>
                      </a:r>
                      <a:r>
                        <a:rPr lang="en-US" dirty="0" err="1"/>
                        <a:t>Charanteja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E. Ashwith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TEAM NUMBER: 19  |  SECTION 4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1128668"/>
              </p:ext>
            </p:extLst>
          </p:nvPr>
        </p:nvGraphicFramePr>
        <p:xfrm>
          <a:off x="1251334" y="1548396"/>
          <a:ext cx="10091450" cy="3422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029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8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 (Roll No.)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Individual Responsibility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Teja (2520030419)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/>
                        <a:t>Design and implementation of the signal-based process controller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Charanteja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(2520030418)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</a:p>
                    <a:p>
                      <a:pPr algn="ctr"/>
                      <a:r>
                        <a:rPr lang="en-US" dirty="0"/>
                        <a:t>Linux execution, signal testing, and GitHub management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E. Ashwith Reddy (2520030475)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        Documentation, output verification, and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The Linux Signal-Based Process Controller is a systems programming utility that manages running processes from the command line using POSIX signals.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It can pause (SIGSTOP), resume (SIGCONT), gracefully terminate (SIGTERM), force-kill (SIGKILL) and restart a process, replacing ad-hoc use of kill and shell job control with one consistent tool.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The controller is written in C using fork(), exec(), kill(), waitpid() and sigaction(), and verifies every action by reading the real process state, showing how the kernel delivers signals and how a parent supervises its child.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Every running program on Linux is a process, and operators often need to stop, continue or end it without losing control of the system.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Signals are the kernel’s lightweight mechanism for notifying a process of an event, and are a core topic in Operating Systems and Systems Programming.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Pause / Resume: </a:t>
            </a:r>
            <a:r>
              <a:rPr lang="en-US" sz="2400" dirty="0">
                <a:latin typeface="Times New Roman"/>
                <a:cs typeface="Times New Roman"/>
              </a:rPr>
              <a:t>SIGSTOP freezes a process and SIGCONT lets it continue.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Terminate: </a:t>
            </a:r>
            <a:r>
              <a:rPr lang="en-US" sz="2400" dirty="0">
                <a:latin typeface="Times New Roman"/>
                <a:cs typeface="Times New Roman"/>
              </a:rPr>
              <a:t>SIGTERM asks a process to exit cleanly; SIGKILL ends it immediately.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Restart: </a:t>
            </a:r>
            <a:r>
              <a:rPr lang="en-US" sz="2400" dirty="0">
                <a:latin typeface="Times New Roman"/>
                <a:cs typeface="Times New Roman"/>
              </a:rPr>
              <a:t>the controller stops the process and launches a fresh copy with the same command.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Tools: </a:t>
            </a:r>
            <a:r>
              <a:rPr lang="en-US" sz="2400" dirty="0">
                <a:latin typeface="Times New Roman"/>
                <a:cs typeface="Times New Roman"/>
              </a:rPr>
              <a:t>C on Linux, compiled with GCC and tested on sample long-running processes.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 STATEMENT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Managing processes on Linux means remembering signal names, numbers and the right order of commands; mistakes can kill the wrong process or leave it hung.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There is no simple tool that pauses, resumes, terminates and restarts a process in one place and then confirms what actually happened.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This project builds a process-control utility that sends the proper Linux signals to a target process, checks its state, and restarts it when needed.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It is relevant to Operating Systems and Systems Programming because it connects processes, signals, fork/exec and process states in a real Linux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Processes are controlled by typing kill -STOP, kill -CONT or kill -9 with a PID, which is easy to get wrong.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Shell job control (Ctrl+Z, fg, bg) works only for jobs started in the same terminal, not for arbitrary running processes.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kill -9 is often used first, giving the program no chance to save data or release resources.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There is no built-in restart: the user must remember the original command and relaunch it by hand.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No feedback is given: the user must separately run ps or top to check that the signal took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PROPOSED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The proposed solution is a C utility for Linux/Ubuntu that controls a process through POSIX signals from a single command-line interface.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The key objectives of the proposed system are: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Pause and resume any target process using SIGSTOP and SIGCONT.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Terminate gracefully with SIGTERM and fall back to SIGKILL after a timeout.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Restart a process by stopping it and relaunching it with fork() and exec().</a:t>
            </a:r>
          </a:p>
          <a:p>
            <a:pPr lvl="0">
              <a:spcBef>
                <a:spcPts val="600"/>
              </a:spcBef>
            </a:pPr>
            <a:r>
              <a:rPr lang="en-US" sz="2400" dirty="0">
                <a:latin typeface="Times New Roman"/>
                <a:cs typeface="Times New Roman"/>
              </a:rPr>
              <a:t>Validate the PID and confirm each action by reading the process state from /proc.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WORK FLOW / STRUCTURE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0" name="Step1"/>
          <p:cNvSpPr/>
          <p:nvPr/>
        </p:nvSpPr>
        <p:spPr>
          <a:xfrm>
            <a:off x="2446000" y="140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runs the controller with a command (pause, resume, stop, restart) and a PID</a:t>
            </a:r>
          </a:p>
        </p:txBody>
      </p:sp>
      <p:sp>
        <p:nvSpPr>
          <p:cNvPr id="21" name="Arrow1"/>
          <p:cNvSpPr/>
          <p:nvPr/>
        </p:nvSpPr>
        <p:spPr>
          <a:xfrm>
            <a:off x="5896000" y="196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2"/>
          <p:cNvSpPr/>
          <p:nvPr/>
        </p:nvSpPr>
        <p:spPr>
          <a:xfrm>
            <a:off x="2446000" y="213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validates the PID and checks permission with kill(pid, 0)</a:t>
            </a:r>
          </a:p>
        </p:txBody>
      </p:sp>
      <p:sp>
        <p:nvSpPr>
          <p:cNvPr id="23" name="Arrow2"/>
          <p:cNvSpPr/>
          <p:nvPr/>
        </p:nvSpPr>
        <p:spPr>
          <a:xfrm>
            <a:off x="5896000" y="269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3"/>
          <p:cNvSpPr/>
          <p:nvPr/>
        </p:nvSpPr>
        <p:spPr>
          <a:xfrm>
            <a:off x="2446000" y="286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Matching signal is chosen: SIGSTOP, SIGCONT, SIGTERM or SIGKILL</a:t>
            </a:r>
          </a:p>
        </p:txBody>
      </p:sp>
      <p:sp>
        <p:nvSpPr>
          <p:cNvPr id="25" name="Arrow3"/>
          <p:cNvSpPr/>
          <p:nvPr/>
        </p:nvSpPr>
        <p:spPr>
          <a:xfrm>
            <a:off x="5896000" y="342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4"/>
          <p:cNvSpPr/>
          <p:nvPr/>
        </p:nvSpPr>
        <p:spPr>
          <a:xfrm>
            <a:off x="2446000" y="359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is delivered to the target process with kill()</a:t>
            </a:r>
          </a:p>
        </p:txBody>
      </p:sp>
      <p:sp>
        <p:nvSpPr>
          <p:cNvPr id="27" name="Arrow4"/>
          <p:cNvSpPr/>
          <p:nvPr/>
        </p:nvSpPr>
        <p:spPr>
          <a:xfrm>
            <a:off x="5896000" y="415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5"/>
          <p:cNvSpPr/>
          <p:nvPr/>
        </p:nvSpPr>
        <p:spPr>
          <a:xfrm>
            <a:off x="2446000" y="432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stop, wait for exit; if still alive after a timeout, send SIGKILL</a:t>
            </a:r>
          </a:p>
        </p:txBody>
      </p:sp>
      <p:sp>
        <p:nvSpPr>
          <p:cNvPr id="29" name="Arrow5"/>
          <p:cNvSpPr/>
          <p:nvPr/>
        </p:nvSpPr>
        <p:spPr>
          <a:xfrm>
            <a:off x="5896000" y="488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Step6"/>
          <p:cNvSpPr/>
          <p:nvPr/>
        </p:nvSpPr>
        <p:spPr>
          <a:xfrm>
            <a:off x="2446000" y="505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restart, relaunch the saved command using fork() and execvp()</a:t>
            </a:r>
          </a:p>
        </p:txBody>
      </p:sp>
      <p:sp>
        <p:nvSpPr>
          <p:cNvPr id="31" name="Arrow6"/>
          <p:cNvSpPr/>
          <p:nvPr/>
        </p:nvSpPr>
        <p:spPr>
          <a:xfrm>
            <a:off x="5896000" y="561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tep7"/>
          <p:cNvSpPr/>
          <p:nvPr/>
        </p:nvSpPr>
        <p:spPr>
          <a:xfrm>
            <a:off x="2446000" y="578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state is read from /proc and the result is reported to the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SYSTEM DESIGN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Command-line interface: </a:t>
            </a:r>
            <a:r>
              <a:rPr lang="en-US" sz="2400" dirty="0">
                <a:latin typeface="Times New Roman"/>
                <a:cs typeface="Times New Roman"/>
              </a:rPr>
              <a:t>parses commands such as pause, resume, stop, kill and restart with a target PID or program.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Process validator: </a:t>
            </a:r>
            <a:r>
              <a:rPr lang="en-US" sz="2400" dirty="0">
                <a:latin typeface="Times New Roman"/>
                <a:cs typeface="Times New Roman"/>
              </a:rPr>
              <a:t>checks that the PID exists and that the user is allowed to signal it.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Signal dispatcher: </a:t>
            </a:r>
            <a:r>
              <a:rPr lang="en-US" sz="2400" dirty="0">
                <a:latin typeface="Times New Roman"/>
                <a:cs typeface="Times New Roman"/>
              </a:rPr>
              <a:t>maps each command to a signal – pause: SIGSTOP (19), resume: SIGCONT (18), stop: SIGTERM (15), kill: SIGKILL (9).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Supervisor: </a:t>
            </a:r>
            <a:r>
              <a:rPr lang="en-US" sz="2400" dirty="0">
                <a:latin typeface="Times New Roman"/>
                <a:cs typeface="Times New Roman"/>
              </a:rPr>
              <a:t>the parent uses fork(), execvp() and waitpid() to launch, watch and restart the child.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State monitor: </a:t>
            </a:r>
            <a:r>
              <a:rPr lang="en-US" sz="2400" dirty="0">
                <a:latin typeface="Times New Roman"/>
                <a:cs typeface="Times New Roman"/>
              </a:rPr>
              <a:t>reads /proc/&lt;pid&gt;/stat to confirm Running, Stopped or Zombie states.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IMPLEMENTATION APPROACH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Launch: </a:t>
            </a:r>
            <a:r>
              <a:rPr lang="en-US" sz="2400" dirty="0">
                <a:latin typeface="Times New Roman"/>
                <a:cs typeface="Times New Roman"/>
              </a:rPr>
              <a:t>fork() creates a child and execvp() runs the target command; the PID is stored for later control.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Pause / resume: </a:t>
            </a:r>
            <a:r>
              <a:rPr lang="en-US" sz="2400" dirty="0">
                <a:latin typeface="Times New Roman"/>
                <a:cs typeface="Times New Roman"/>
              </a:rPr>
              <a:t>kill(pid, SIGSTOP) and kill(pid, SIGCONT), followed by a /proc state check.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Graceful stop: </a:t>
            </a:r>
            <a:r>
              <a:rPr lang="en-US" sz="2400" dirty="0">
                <a:latin typeface="Times New Roman"/>
                <a:cs typeface="Times New Roman"/>
              </a:rPr>
              <a:t>send SIGTERM, poll with waitpid(WNOHANG), and escalate to SIGKILL after a timeout.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Restart: </a:t>
            </a:r>
            <a:r>
              <a:rPr lang="en-US" sz="2400" dirty="0">
                <a:latin typeface="Times New Roman"/>
                <a:cs typeface="Times New Roman"/>
              </a:rPr>
              <a:t>stop the process, then fork() and execvp() the saved command again.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Safety: </a:t>
            </a:r>
            <a:r>
              <a:rPr lang="en-US" sz="2400" dirty="0">
                <a:latin typeface="Times New Roman"/>
                <a:cs typeface="Times New Roman"/>
              </a:rPr>
              <a:t>sigaction() handles SIGINT and SIGCHLD so the controller exits cleanly and avoids zombie processes; errno is checked on every call.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TECHNOLOGIES USED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Operating System: </a:t>
            </a:r>
            <a:r>
              <a:rPr lang="en-US" sz="2400" dirty="0">
                <a:latin typeface="Times New Roman"/>
                <a:cs typeface="Times New Roman"/>
              </a:rPr>
              <a:t>Linux / Ubuntu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Programming Language: </a:t>
            </a:r>
            <a:r>
              <a:rPr lang="en-US" sz="2400" dirty="0">
                <a:latin typeface="Times New Roman"/>
                <a:cs typeface="Times New Roman"/>
              </a:rPr>
              <a:t>C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System Calls / APIs: </a:t>
            </a:r>
            <a:r>
              <a:rPr lang="en-US" sz="2400" dirty="0">
                <a:latin typeface="Times New Roman"/>
                <a:cs typeface="Times New Roman"/>
              </a:rPr>
              <a:t>fork, execvp, kill, waitpid, sigaction, signal (POSIX)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Process Information: </a:t>
            </a:r>
            <a:r>
              <a:rPr lang="en-US" sz="2400" dirty="0">
                <a:latin typeface="Times New Roman"/>
                <a:cs typeface="Times New Roman"/>
              </a:rPr>
              <a:t>/proc filesystem, ps and top for verification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Compiler: </a:t>
            </a:r>
            <a:r>
              <a:rPr lang="en-US" sz="2400" dirty="0">
                <a:latin typeface="Times New Roman"/>
                <a:cs typeface="Times New Roman"/>
              </a:rPr>
              <a:t>GCC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Build Command: </a:t>
            </a:r>
            <a:r>
              <a:rPr lang="en-US" sz="2400" dirty="0">
                <a:latin typeface="Times New Roman"/>
                <a:cs typeface="Times New Roman"/>
              </a:rPr>
              <a:t>gcc -Wall -o proc_ctl proc_ctl.c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Development Tool: </a:t>
            </a:r>
            <a:r>
              <a:rPr lang="en-US" sz="2400" dirty="0">
                <a:latin typeface="Times New Roman"/>
                <a:cs typeface="Times New Roman"/>
              </a:rPr>
              <a:t>VS Code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Version Control: </a:t>
            </a:r>
            <a:r>
              <a:rPr lang="en-US" sz="2400" dirty="0">
                <a:latin typeface="Times New Roman"/>
                <a:cs typeface="Times New Roman"/>
              </a:rPr>
              <a:t>Git &amp; 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TESTING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Test target: </a:t>
            </a:r>
            <a:r>
              <a:rPr lang="en-US" sz="2400" dirty="0">
                <a:latin typeface="Times New Roman"/>
                <a:cs typeface="Times New Roman"/>
              </a:rPr>
              <a:t>a sample long-running program (a counter loop, or sleep 1000) started under the controller.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Pause / resume test: </a:t>
            </a:r>
            <a:r>
              <a:rPr lang="en-US" sz="2400" dirty="0">
                <a:latin typeface="Times New Roman"/>
                <a:cs typeface="Times New Roman"/>
              </a:rPr>
              <a:t>after SIGSTOP the state must change to T (stopped); after SIGCONT it returns to S/R.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Terminate test: </a:t>
            </a:r>
            <a:r>
              <a:rPr lang="en-US" sz="2400" dirty="0">
                <a:latin typeface="Times New Roman"/>
                <a:cs typeface="Times New Roman"/>
              </a:rPr>
              <a:t>SIGTERM must end a normal process; a process that ignores SIGTERM must be ended by the SIGKILL fallback.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Restart test: </a:t>
            </a:r>
            <a:r>
              <a:rPr lang="en-US" sz="2400" dirty="0">
                <a:latin typeface="Times New Roman"/>
                <a:cs typeface="Times New Roman"/>
              </a:rPr>
              <a:t>the old PID must disappear and a new PID must appear for the same command.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Error cases: </a:t>
            </a:r>
            <a:r>
              <a:rPr lang="en-US" sz="2400" dirty="0">
                <a:latin typeface="Times New Roman"/>
                <a:cs typeface="Times New Roman"/>
              </a:rPr>
              <a:t>invalid PID, non-existent process and insufficient permission must give clear messages.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Verification: </a:t>
            </a:r>
            <a:r>
              <a:rPr lang="en-US" sz="2400" dirty="0">
                <a:latin typeface="Times New Roman"/>
                <a:cs typeface="Times New Roman"/>
              </a:rPr>
              <a:t>each result was checked with ps -o pid,stat,cmd and /proc/&lt;pid&gt;/status.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RESULTS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Pause: </a:t>
            </a:r>
            <a:r>
              <a:rPr lang="en-US" sz="2400" dirty="0">
                <a:latin typeface="Times New Roman"/>
                <a:cs typeface="Times New Roman"/>
              </a:rPr>
              <a:t>target process state changes to T (stopped) and its output stops.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Resume: </a:t>
            </a:r>
            <a:r>
              <a:rPr lang="en-US" sz="2400" dirty="0">
                <a:latin typeface="Times New Roman"/>
                <a:cs typeface="Times New Roman"/>
              </a:rPr>
              <a:t>target continues from where it stopped, with the state back to S/R.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Terminate: </a:t>
            </a:r>
            <a:r>
              <a:rPr lang="en-US" sz="2400" dirty="0">
                <a:latin typeface="Times New Roman"/>
                <a:cs typeface="Times New Roman"/>
              </a:rPr>
              <a:t>SIGTERM exits cleanly; SIGKILL fallback removes unresponsive processes.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Restart: </a:t>
            </a:r>
            <a:r>
              <a:rPr lang="en-US" sz="2400" dirty="0">
                <a:latin typeface="Times New Roman"/>
                <a:cs typeface="Times New Roman"/>
              </a:rPr>
              <a:t>a new PID is created and the process runs again without manual typing.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Robustness: </a:t>
            </a:r>
            <a:r>
              <a:rPr lang="en-US" sz="2400" dirty="0">
                <a:latin typeface="Times New Roman"/>
                <a:cs typeface="Times New Roman"/>
              </a:rPr>
              <a:t>invalid input is rejected safely, and no zombie processes are left behind.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IMPACT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Simpler operation: </a:t>
            </a:r>
            <a:r>
              <a:rPr lang="en-US" sz="2400" dirty="0">
                <a:latin typeface="Times New Roman"/>
                <a:cs typeface="Times New Roman"/>
              </a:rPr>
              <a:t>one tool replaces remembering several kill and shell commands.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Safer control: </a:t>
            </a:r>
            <a:r>
              <a:rPr lang="en-US" sz="2400" dirty="0">
                <a:latin typeface="Times New Roman"/>
                <a:cs typeface="Times New Roman"/>
              </a:rPr>
              <a:t>graceful SIGTERM first, SIGKILL only when needed, reduces data loss.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Reliability: </a:t>
            </a:r>
            <a:r>
              <a:rPr lang="en-US" sz="2400" dirty="0">
                <a:latin typeface="Times New Roman"/>
                <a:cs typeface="Times New Roman"/>
              </a:rPr>
              <a:t>automatic restart helps keep important services and jobs running.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Learning value: </a:t>
            </a:r>
            <a:r>
              <a:rPr lang="en-US" sz="2400" dirty="0">
                <a:latin typeface="Times New Roman"/>
                <a:cs typeface="Times New Roman"/>
              </a:rPr>
              <a:t>shows processes, signals, fork/exec and the /proc filesystem in a working program.</a:t>
            </a:r>
          </a:p>
          <a:p>
            <a:pPr lvl="0">
              <a:spcBef>
                <a:spcPts val="600"/>
              </a:spcBef>
            </a:pPr>
            <a:r>
              <a:rPr lang="en-US" sz="2400" b="1" dirty="0">
                <a:latin typeface="Times New Roman"/>
                <a:cs typeface="Times New Roman"/>
              </a:rPr>
              <a:t>Reusable: </a:t>
            </a:r>
            <a:r>
              <a:rPr lang="en-US" sz="2400" dirty="0">
                <a:latin typeface="Times New Roman"/>
                <a:cs typeface="Times New Roman"/>
              </a:rPr>
              <a:t>the same design can be extended into a process monitor or watchdog for servers.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9827" y="1299990"/>
            <a:ext cx="1025670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Linux Signal-Based Process Controller is a systems programming project that pauses, resumes, terminates and restarts processes using POSIX signals. It gives a safe, single interface for process control and a practical understanding of signals, fork/exec and process states.</a:t>
            </a:r>
            <a:endParaRPr lang="en-US" sz="2400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Watchdog mode that automatically restarts a process when it crashes.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of process groups and child trees with killpg().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by process name, plus CPU and memory limits.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of actions and a simple dashboard or remote interface.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1497</Words>
  <Application>Microsoft Office PowerPoint</Application>
  <PresentationFormat>Widescreen</PresentationFormat>
  <Paragraphs>157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 Linux Signal-Based Process Controller </vt:lpstr>
      <vt:lpstr>TEAM NUMBER: 19  |  SECTION 4</vt:lpstr>
      <vt:lpstr>ABSTRACT</vt:lpstr>
      <vt:lpstr>INTRODUCTION</vt:lpstr>
      <vt:lpstr>PROBLEM STATEMENT</vt:lpstr>
      <vt:lpstr>EXISTING SYSTEM</vt:lpstr>
      <vt:lpstr>PROPOSED SYSTEM</vt:lpstr>
      <vt:lpstr>WORK FLOW / STRUCTURE</vt:lpstr>
      <vt:lpstr>SYSTEM DESIGN</vt:lpstr>
      <vt:lpstr>IMPLEMENTATION APPROACH</vt:lpstr>
      <vt:lpstr>TECHNOLOGIES USED</vt:lpstr>
      <vt:lpstr>TESTING</vt:lpstr>
      <vt:lpstr>RESULTS</vt:lpstr>
      <vt:lpstr>IMPACT</vt:lpstr>
      <vt:lpstr>CONCLUSION AND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Teja Shetteni</cp:lastModifiedBy>
  <cp:revision>96</cp:revision>
  <dcterms:created xsi:type="dcterms:W3CDTF">2022-05-20T10:20:00Z</dcterms:created>
  <dcterms:modified xsi:type="dcterms:W3CDTF">2026-10-17T05:17:21Z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932D897661D2482D8613DBE98A28439B_13</vt:lpwstr>
  </property>
  <property fmtid="{D5CDD505-2E9C-101B-9397-08002B2CF9AE}" pid="3" name="KSOProductBuildVer">
    <vt:lpwstr>1033-12.1.0.28485</vt:lpwstr>
  </property>
</Properties>
</file>