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7" r:id="rId10"/>
    <p:sldId id="374" r:id="rId11"/>
    <p:sldId id="3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26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01-09-2026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01-09-2026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01-09-2026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01-09-2026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01-09-2026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01-09-2026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01-09-2026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01-09-2026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01-09-2026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274" y="340555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800" b="1" dirty="0"/>
              <a:t>Debugging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Operating Systems and Systems Programming (25CS2104E)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Section 4 – Team 19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DEBUGGING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53191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A. CHARAN TEJA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 TEJA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2520030475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E. ASHWITH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TEAM NUMBER: 19  |  SECTION 4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360399"/>
              </p:ext>
            </p:extLst>
          </p:nvPr>
        </p:nvGraphicFramePr>
        <p:xfrm>
          <a:off x="1251334" y="1548396"/>
          <a:ext cx="10091450" cy="3422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029658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061792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6184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 (Roll No.)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Individual Responsibility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CHARAN TEJA (2520030418)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/>
                        <a:t>Process creation and execution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TEJA (2520030419)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</a:p>
                    <a:p>
                      <a:pPr algn="ctr"/>
                      <a:r>
                        <a:rPr lang="en-US" dirty="0"/>
                        <a:t>Debugging and ptrace() implementation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886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E. ASHWITH REDDY (2520030475)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        User interface, testing, documentation &amp;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an essential activity in software development, used to identify and fix errors in programs. This project designs and implements a lightweight Linux-based debugger in C, using Linux system calls to execute a program under control, set breakpoints, inspect registers, view memory, and trace system calls.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debugger uses Linux APIs such as fork(), exec(), wait(), and ptrace() to monitor and control a target process, applying concepts like process management, signals, and system programming through a command-line interface that lets users start, pause, continue, and inspect the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a core activity in software development, used to identify and fix errors in programs. Understanding the operating system concepts behind debugging — process control, system calls, and signals — is as important as using debugging tools themselves.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explains how a lightweight Linux-based debugger works, using C programming and Linux system calls: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debugger uses fork() and exec() to create and run a target process.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ptrace() allows the debugger to monitor and control the child process.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Breakpoints, register inspection, and memory viewing are implemented using system calls.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wait() and signal handling keep the debugger synchronized with the target process. 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debugger offers a command-line interface to start, pause, continue, and inspect execution.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debuggers such as GDB are powerful but complex for beginners to learn and use.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largely hide the internal operating system mechanisms behind debugging.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often struggle to identify program errors, memory issues, and unexpected behavior.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exposure to how process control and system calls actually enable debugging.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rarely get hands-on experience with ptrace(), fork(), or signal handling.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gap makes it difficult to connect debugging tools with core operating systems concepts.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PROPOSED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a lightweight Linux-based debugger implemented in C on Ubuntu Linux, using fork(), exec(), wait(), and ptrace() to monitor and control a target process.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objectives of the proposed system are: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command-line debugger for Linux systems.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fork() and exec() to create and execute target processes.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ptrace() to monitor and control program execution.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breakpoint handling and inspect CPU registers and memory contents.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wait() and signal handling for process synchronization. </a:t>
            </a:r>
          </a:p>
          <a:p>
            <a:pPr lvl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user commands to start, pause, continue, and inspect a target program.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WORK FLOW / STRUCTURE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38200" y="1382214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The workflow of the debugger follows a clear sequence, from launching the target program to inspecting its execution step by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1000" y="19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1. Start debugger with the target program from the Linux terminal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1000" y="19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2. fork() creates a child process for the target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1000" y="19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3. ptrace() controls the child before exec() runs the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1000" y="19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4. wait() syncs the parent (debugger) with the child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31000" y="2287214"/>
            <a:ext cx="210000" cy="1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991000" y="2287214"/>
            <a:ext cx="210000" cy="1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551000" y="2287214"/>
            <a:ext cx="210000" cy="110000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881000" y="2742214"/>
            <a:ext cx="110000" cy="300000"/>
          </a:xfrm>
          <a:prstGeom prst="down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61000" y="30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5. Set breakpoints; inspect registers &amp; memory via ptrace()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1000" y="30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6. Users issue commands: start, pause, continue, inspect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41000" y="3042214"/>
            <a:ext cx="235000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000" bIns="18000"/>
          <a:lstStyle/>
          <a:p>
            <a:pPr algn="ctr"/>
            <a:r>
              <a:rPr sz="1100" b="1">
                <a:solidFill>
                  <a:srgbClr val="1A1A1A"/>
                </a:solidFill>
                <a:latin typeface="Times New Roman"/>
              </a:rPr>
              <a:t>7. Compile with GCC; run the executable from the terminal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8551000" y="3387214"/>
            <a:ext cx="210000" cy="110000"/>
          </a:xfrm>
          <a:prstGeom prst="lef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5991000" y="3387214"/>
            <a:ext cx="210000" cy="110000"/>
          </a:xfrm>
          <a:prstGeom prst="lef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3982214"/>
            <a:ext cx="10515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Times New Roman"/>
              </a:rPr>
              <a:t>Structure Summary: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4302214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This structure traces the complete path from process creation to debugging control, connecting fork(), exec(), ptrace(), and core operating systems concepts.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b="1" dirty="0"/>
              <a:t>Operating System:</a:t>
            </a:r>
            <a:r>
              <a:rPr lang="en-US" sz="2400" dirty="0"/>
              <a:t> Linux / Ubuntu </a:t>
            </a:r>
          </a:p>
          <a:p>
            <a:pPr lvl="0"/>
            <a:r>
              <a:rPr lang="en-US" sz="2400" b="1" dirty="0"/>
              <a:t>Programming Language:</a:t>
            </a:r>
            <a:r>
              <a:rPr lang="en-US" sz="2400" dirty="0"/>
              <a:t> C / C++ </a:t>
            </a:r>
          </a:p>
          <a:p>
            <a:pPr lvl="0"/>
            <a:r>
              <a:rPr lang="en-US" sz="2400" b="1" dirty="0"/>
              <a:t>Compiler:</a:t>
            </a:r>
            <a:r>
              <a:rPr lang="en-US" sz="2400" dirty="0"/>
              <a:t> GCC </a:t>
            </a:r>
          </a:p>
          <a:p>
            <a:pPr lvl="0"/>
            <a:r>
              <a:rPr lang="en-US" sz="2400" b="1" dirty="0"/>
              <a:t>Execution Environment:</a:t>
            </a:r>
            <a:r>
              <a:rPr lang="en-US" sz="2400" dirty="0"/>
              <a:t> Linux Terminal (Bash Shell) </a:t>
            </a:r>
          </a:p>
          <a:p>
            <a:pPr lvl="0"/>
            <a:r>
              <a:rPr lang="en-US" sz="2400" b="1" dirty="0"/>
              <a:t>Development Tool:</a:t>
            </a:r>
            <a:r>
              <a:rPr lang="en-US" sz="2400" dirty="0"/>
              <a:t> VS Code </a:t>
            </a:r>
          </a:p>
          <a:p>
            <a:pPr lvl="0"/>
            <a:r>
              <a:rPr lang="en-US" sz="2400" b="1" dirty="0"/>
              <a:t>Reference Debugger:</a:t>
            </a:r>
            <a:r>
              <a:rPr lang="en-US" sz="2400" dirty="0"/>
              <a:t> GDB (for comparison) </a:t>
            </a:r>
          </a:p>
          <a:p>
            <a:pPr lvl="0"/>
            <a:r>
              <a:rPr lang="en-US" sz="2400" b="1" dirty="0"/>
              <a:t>Version Control:</a:t>
            </a:r>
            <a:r>
              <a:rPr lang="en-US" sz="2400" dirty="0"/>
              <a:t> Git &amp; GitHub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F8CEB-28D0-30F6-BB61-CEB08AE4ECD8}"/>
              </a:ext>
            </a:extLst>
          </p:cNvPr>
          <p:cNvSpPr txBox="1"/>
          <p:nvPr/>
        </p:nvSpPr>
        <p:spPr>
          <a:xfrm>
            <a:off x="539827" y="1299990"/>
            <a:ext cx="10256703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is a Linux-based system programming project demonstrating how operating system mechanisms support debugging tools. Using fork(), exec(), wait(), and ptrace(), the project implements a lightweight command-line debugger that sets breakpoints, inspects registers, views memory, and traces system calls, giving a clear practical understanding of process control and Linux internals</a:t>
            </a:r>
            <a:r>
              <a:rPr lang="en-US" sz="2400" dirty="0"/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symbolic debugging using debug information (e.g., DWARF).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breakpoint types, such as conditional breakpoints and watchpoints.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or terminal-UI interface for easier interaction.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debugging multi-threaded processes.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error handling and crash analysis features.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to remote debugging over a network.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existing IDEs and build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>
                <a:solidFill>
                  <a:srgbClr val="0070C0"/>
                </a:solidFill>
              </a:rPr>
              <a:t>THANK </a:t>
            </a:r>
            <a:r>
              <a:rPr lang="en-IN" sz="4400" b="1" dirty="0">
                <a:solidFill>
                  <a:srgbClr val="0070C0"/>
                </a:solidFill>
              </a:rPr>
              <a:t>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8330</TotalTime>
  <Words>920</Words>
  <Application>Microsoft Office PowerPoint</Application>
  <PresentationFormat>Widescreen</PresentationFormat>
  <Paragraphs>115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Custom Design</vt:lpstr>
      <vt:lpstr> 1st  REVIEW Debugging </vt:lpstr>
      <vt:lpstr>TEAM NUMBER: 19  |  SECTION 4</vt:lpstr>
      <vt:lpstr>ABSTRACT</vt:lpstr>
      <vt:lpstr>INTRODUCTION</vt:lpstr>
      <vt:lpstr>EXISTING SYSTEM</vt:lpstr>
      <vt:lpstr>PROPOSED SYSTEM</vt:lpstr>
      <vt:lpstr>WORK FLOW / STRUCTURE</vt:lpstr>
      <vt:lpstr>SOFTWARE REQUIREMENTS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allam charanteja</cp:lastModifiedBy>
  <cp:revision>96</cp:revision>
  <dcterms:created xsi:type="dcterms:W3CDTF">2022-05-20T10:20:31Z</dcterms:created>
  <dcterms:modified xsi:type="dcterms:W3CDTF">2026-09-01T03:34:40Z</dcterms:modified>
</cp:coreProperties>
</file>